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31" r:id="rId3"/>
    <p:sldId id="338" r:id="rId4"/>
    <p:sldId id="339" r:id="rId5"/>
    <p:sldId id="332" r:id="rId6"/>
    <p:sldId id="333" r:id="rId7"/>
    <p:sldId id="334" r:id="rId8"/>
    <p:sldId id="272" r:id="rId9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E16FAF7-C6B4-43E3-9AF9-B2BA7077D401}" type="datetimeFigureOut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F7A3A3C-4092-4F87-AAC5-8AE39572560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184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6CC44-DD20-47AC-A2F1-CF7035690CA6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836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54451-903D-4023-84AA-8A32C6EBF50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00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9F007-A956-42E8-99F6-B95595EAD420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15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0F631-D9F9-485D-A8A7-FBCC0A6DEB3B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33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5AFD7-6536-4BBC-B4F5-162D418B1EF9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1577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E5034-CF1F-46CC-8010-D2EE1EC431A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47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36C5-8994-4C5F-9AAA-0087632E8E03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16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1B748-B0C9-4E29-816D-BCE9B5A5AE71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7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25B0-3DA2-46E8-A440-06EDB94EFED8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5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EDA39-FB92-4D22-8166-E82F9F3AF4C2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572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26767-40C5-4E65-94B8-E8FE20F3D12E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612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031-C1DB-4304-B5A7-9AD6C929368C}" type="datetime1">
              <a:rPr lang="zh-TW" altLang="en-US" smtClean="0"/>
              <a:t>2019/1/25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A20A-F7E8-4753-AF4B-C3CF6A92C8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1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模式選取與診斷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/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流行病學與預防醫學研究所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8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林瑞祥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8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模式選取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44" y="2046040"/>
            <a:ext cx="5051716" cy="4422531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870437" y="1037492"/>
            <a:ext cx="9627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stepAIC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(model, direction=“both”, “forward”, “backward”)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分別為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stepwise, forward, backward selection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，以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為模式選取指標。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256260" y="2570698"/>
            <a:ext cx="53120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第一步移除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physact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none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為此步之原模式，移除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physact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會變小，移除其他變項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都會變大。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第二步確認不加回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physact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：加回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physact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會變大，移除其他變項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會變大，故不再更動。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最後模式：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SBP ~ age + BMI + nonwhite + smoking</a:t>
            </a:r>
          </a:p>
        </p:txBody>
      </p:sp>
    </p:spTree>
    <p:extLst>
      <p:ext uri="{BB962C8B-B14F-4D97-AF65-F5344CB8AC3E}">
        <p14:creationId xmlns:p14="http://schemas.microsoft.com/office/powerpoint/2010/main" val="381190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模式選取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77" y="1372073"/>
            <a:ext cx="3781425" cy="2638425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6890238" y="4442162"/>
            <a:ext cx="51200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tep.model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BIC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Model.3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，且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adj.r.squared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大於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Model.3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，三個指標皆顯示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step.model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Model.3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更適合。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59" y="1371233"/>
            <a:ext cx="5876925" cy="1609725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504459" y="3500771"/>
            <a:ext cx="53017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anova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模式一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,test=“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Chisq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”)</a:t>
            </a: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比較兩個模式是否不同，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：兩個模式沒有不同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</a:t>
            </a:r>
            <a:r>
              <a:rPr lang="en-US" altLang="zh-TW" sz="2400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兩個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此處即為檢定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physact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是否顯著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所以無法拒絕虛無假設，兩個模式沒有不同，應該選擇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reduced model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step.model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22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迴歸診斷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3140657" y="5890478"/>
            <a:ext cx="5890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注意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BMI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在兩個模式的迴歸係數差異很大，可能是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BMI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平方造成的共線性影響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2" y="1011122"/>
            <a:ext cx="5892989" cy="4677508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729" y="1041529"/>
            <a:ext cx="5970059" cy="464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80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模型診斷圖表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6242168" y="2405454"/>
            <a:ext cx="5111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：截距，在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X=0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</a:t>
            </a:r>
            <a:r>
              <a:rPr lang="en-US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的期望值</a:t>
            </a:r>
            <a:endParaRPr lang="en-US" altLang="zh-TW" sz="28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800" i="1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l-GR" altLang="zh-TW" sz="2800" i="1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β</a:t>
            </a:r>
            <a:r>
              <a:rPr lang="en-US" altLang="zh-TW" sz="2800" i="1" baseline="-250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</a:t>
            </a:r>
            <a:r>
              <a:rPr lang="zh-TW" altLang="en-US" sz="2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：斜率，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每增加一單位的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</a:t>
            </a: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zh-TW" altLang="en-US" sz="28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平均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增加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2.1</a:t>
            </a:r>
            <a:r>
              <a:rPr lang="zh-TW" altLang="en-US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個單位</a:t>
            </a:r>
            <a:r>
              <a:rPr lang="en-US" altLang="zh-TW" sz="2800" dirty="0" smtClean="0">
                <a:latin typeface="Times New Roman" pitchFamily="18" charset="0"/>
                <a:ea typeface="標楷體" pitchFamily="65" charset="-120"/>
                <a:cs typeface="Times New Roman" pitchFamily="18" charset="0"/>
              </a:rPr>
              <a:t> </a:t>
            </a: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034" y="1214194"/>
            <a:ext cx="6607251" cy="550728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999" y="1214194"/>
            <a:ext cx="3000693" cy="81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共線性診斷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Multicollinearity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diagnostics)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564" y="2981445"/>
            <a:ext cx="8657801" cy="1112961"/>
          </a:xfrm>
          <a:prstGeom prst="rect">
            <a:avLst/>
          </a:prstGeom>
        </p:spPr>
      </p:pic>
      <p:sp>
        <p:nvSpPr>
          <p:cNvPr id="9" name="內容版面配置區 2"/>
          <p:cNvSpPr txBox="1">
            <a:spLocks/>
          </p:cNvSpPr>
          <p:nvPr/>
        </p:nvSpPr>
        <p:spPr>
          <a:xfrm>
            <a:off x="1573820" y="1791974"/>
            <a:ext cx="8229600" cy="381751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Variance inflation factor (VIF</a:t>
            </a:r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，變異數膨脹因子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VIF</a:t>
            </a:r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大於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，則表示有高度共線性。</a:t>
            </a:r>
            <a:endParaRPr lang="en-US" altLang="zh-TW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表示</a:t>
            </a:r>
            <a:r>
              <a:rPr lang="en-US" altLang="zh-TW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BMI</a:t>
            </a:r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和</a:t>
            </a:r>
            <a:r>
              <a:rPr lang="en-US" altLang="zh-TW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BMI</a:t>
            </a:r>
            <a:r>
              <a:rPr lang="en-US" altLang="zh-TW" baseline="30000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dirty="0" smtClean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有高度共線性。</a:t>
            </a:r>
            <a:endParaRPr lang="en-US" altLang="zh-TW" dirty="0" smtClean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04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61192" y="180487"/>
            <a:ext cx="11849099" cy="857005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極端個案與高影響力個案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865933" y="1742447"/>
            <a:ext cx="614435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StudRes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軸，</a:t>
            </a:r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studentized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deleted residual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過大或過小都會被視為極端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Hat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軸，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leverage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，過大會被視為極端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CookD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：圓圈大小，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Cook’s distance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，面積越大表示高影響力個案。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如左圖，資料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804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是極端</a:t>
            </a:r>
            <a:r>
              <a:rPr lang="en-US" altLang="zh-TW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4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值，又是高影響力個案，值得深入探討此觀察值。</a:t>
            </a:r>
            <a:endParaRPr lang="en-US" altLang="zh-TW" sz="2400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89" y="1230004"/>
            <a:ext cx="4238625" cy="14097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8" y="2832216"/>
            <a:ext cx="4562111" cy="374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Take Home Message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模式選取的原則，若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saturated model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沒有顯著比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reduced model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好，選擇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reduced model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，即選擇自變項較少的模式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常用的模式選取方法，如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likelihood ratio test, AIC, BIC, adjusted R-squared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共線性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極端值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高影響力個案，都會造成迴歸模式不夠穩健。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A20A-F7E8-4753-AF4B-C3CF6A92C88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84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3159</TotalTime>
  <Words>452</Words>
  <Application>Microsoft Office PowerPoint</Application>
  <PresentationFormat>寬螢幕</PresentationFormat>
  <Paragraphs>55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模式選取與診斷</vt:lpstr>
      <vt:lpstr>模式選取</vt:lpstr>
      <vt:lpstr>模式選取</vt:lpstr>
      <vt:lpstr>迴歸診斷</vt:lpstr>
      <vt:lpstr>模型診斷圖表</vt:lpstr>
      <vt:lpstr>共線性診斷(Multicollinearity diagnostics)</vt:lpstr>
      <vt:lpstr>極端個案與高影響力個案</vt:lpstr>
      <vt:lpstr>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R基本介紹及安裝</dc:title>
  <dc:creator>linjuihsiang</dc:creator>
  <cp:lastModifiedBy>linjuihsiang</cp:lastModifiedBy>
  <cp:revision>149</cp:revision>
  <cp:lastPrinted>2019-01-18T15:34:11Z</cp:lastPrinted>
  <dcterms:created xsi:type="dcterms:W3CDTF">2019-01-18T04:58:35Z</dcterms:created>
  <dcterms:modified xsi:type="dcterms:W3CDTF">2019-01-25T11:10:28Z</dcterms:modified>
</cp:coreProperties>
</file>