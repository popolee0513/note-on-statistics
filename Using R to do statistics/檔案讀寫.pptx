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6" r:id="rId4"/>
    <p:sldId id="280" r:id="rId5"/>
    <p:sldId id="281" r:id="rId6"/>
    <p:sldId id="282" r:id="rId7"/>
    <p:sldId id="258" r:id="rId8"/>
    <p:sldId id="272" r:id="rId9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E16FAF7-C6B4-43E3-9AF9-B2BA7077D401}" type="datetimeFigureOut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F7A3A3C-4092-4F87-AAC5-8AE395725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18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6CC44-DD20-47AC-A2F1-CF7035690CA6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836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4451-903D-4023-84AA-8A32C6EBF50B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00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F007-A956-42E8-99F6-B95595EAD420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15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F631-D9F9-485D-A8A7-FBCC0A6DEB3B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33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5AFD7-6536-4BBC-B4F5-162D418B1EF9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57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5034-CF1F-46CC-8010-D2EE1EC431AC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7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36C5-8994-4C5F-9AAA-0087632E8E03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16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B748-B0C9-4E29-816D-BCE9B5A5AE71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76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25B0-3DA2-46E8-A440-06EDB94EFED8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55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DA39-FB92-4D22-8166-E82F9F3AF4C2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72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6767-40C5-4E65-94B8-E8FE20F3D12E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12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6B031-C1DB-4304-B5A7-9AD6C929368C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9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檔案讀寫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流行病學與預防醫學研究所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林瑞祥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8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匯入檔案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993" y="1129539"/>
            <a:ext cx="9149495" cy="548447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393471" y="5417891"/>
            <a:ext cx="32897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File</a:t>
            </a:r>
            <a:r>
              <a:rPr lang="zh-TW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Import Dataset</a:t>
            </a:r>
            <a:endParaRPr lang="en-US" altLang="zh-TW" sz="2400" dirty="0" smtClean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再選擇檔案的型式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7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匯入檔案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15" y="1037492"/>
            <a:ext cx="9389451" cy="5633671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5879123" y="2225894"/>
            <a:ext cx="1673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檔案位置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879123" y="3313731"/>
            <a:ext cx="1673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檔案內容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17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匯入檔案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639" y="1080584"/>
            <a:ext cx="9442204" cy="5640891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674576" y="2934085"/>
            <a:ext cx="2675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已匯入的檔案資訊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54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匯入檔案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60" y="1037492"/>
            <a:ext cx="5518639" cy="5639537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7148145" y="1019265"/>
            <a:ext cx="48621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若為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xlsx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檔，請下載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readxl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套件。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或是選用適當的函數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read.table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：空白分隔，行頭不讀入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read.csv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：逗號分隔，行頭讀入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read.csv2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：分號分隔，行頭讀入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read.delim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：以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Tab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分隔，行頭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讀入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常見是儲存為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csv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ead()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：檢視前六筆資料。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786552" y="3696921"/>
            <a:ext cx="2930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注意檔名的斜線方向</a:t>
            </a:r>
            <a:endParaRPr lang="en-US" altLang="zh-TW" sz="2400" dirty="0" smtClean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副檔名也要輸入</a:t>
            </a:r>
            <a:endParaRPr lang="en-US" altLang="zh-TW" sz="2400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786552" y="5440729"/>
            <a:ext cx="5181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ep</a:t>
            </a:r>
            <a:r>
              <a:rPr lang="en-US" altLang="zh-TW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=“,“</a:t>
            </a:r>
            <a:r>
              <a:rPr lang="zh-TW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csv</a:t>
            </a:r>
            <a:r>
              <a:rPr lang="zh-TW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檔以</a:t>
            </a:r>
            <a:r>
              <a:rPr lang="zh-TW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逗號分隔</a:t>
            </a:r>
            <a:endParaRPr lang="en-US" altLang="zh-TW" sz="2400" dirty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header=T/F</a:t>
            </a:r>
            <a:r>
              <a:rPr lang="zh-TW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：第一列是否為物件行名</a:t>
            </a:r>
            <a:endParaRPr lang="en-US" altLang="zh-TW" sz="2400" dirty="0" smtClean="0">
              <a:solidFill>
                <a:srgbClr val="0070C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2699238" y="3508131"/>
            <a:ext cx="179363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23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865" y="1130300"/>
            <a:ext cx="9029700" cy="5591175"/>
          </a:xfrm>
          <a:prstGeom prst="rect">
            <a:avLst/>
          </a:prstGeom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匯入檔案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4668714" y="4338759"/>
            <a:ext cx="3941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attach()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：取出物件行名使用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192715" y="1679262"/>
            <a:ext cx="3941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names()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檢視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物件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行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名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82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匯出檔案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14" y="1106731"/>
            <a:ext cx="5171341" cy="545117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746" y="1106731"/>
            <a:ext cx="5501054" cy="2443737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5852746" y="5032708"/>
            <a:ext cx="61575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write.csv(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“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匯出的位置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”)</a:t>
            </a: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同樣有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write.table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等匯出不同檔案型式的函數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62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Take Home Message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read.xxx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可以匯入不同型式的檔案。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檔案位置要輸入完整，含副檔名。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若直接複製檔案位置，注意斜線的方向。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不同型式檔案，副函數有不同規定，如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csv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需要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sep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=“,”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98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1722</TotalTime>
  <Words>214</Words>
  <Application>Microsoft Office PowerPoint</Application>
  <PresentationFormat>寬螢幕</PresentationFormat>
  <Paragraphs>47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檔案讀寫</vt:lpstr>
      <vt:lpstr>匯入檔案</vt:lpstr>
      <vt:lpstr>匯入檔案</vt:lpstr>
      <vt:lpstr>匯入檔案</vt:lpstr>
      <vt:lpstr>匯入檔案</vt:lpstr>
      <vt:lpstr>匯入檔案</vt:lpstr>
      <vt:lpstr>匯出檔案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R基本介紹及安裝</dc:title>
  <dc:creator>linjuihsiang</dc:creator>
  <cp:lastModifiedBy>linjuihsiang</cp:lastModifiedBy>
  <cp:revision>69</cp:revision>
  <cp:lastPrinted>2019-01-18T15:34:11Z</cp:lastPrinted>
  <dcterms:created xsi:type="dcterms:W3CDTF">2019-01-18T04:58:35Z</dcterms:created>
  <dcterms:modified xsi:type="dcterms:W3CDTF">2019-01-25T00:32:28Z</dcterms:modified>
</cp:coreProperties>
</file>