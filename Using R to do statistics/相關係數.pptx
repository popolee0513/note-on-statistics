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86" r:id="rId3"/>
    <p:sldId id="324" r:id="rId4"/>
    <p:sldId id="327" r:id="rId5"/>
    <p:sldId id="317" r:id="rId6"/>
    <p:sldId id="323" r:id="rId7"/>
    <p:sldId id="330" r:id="rId8"/>
    <p:sldId id="328" r:id="rId9"/>
    <p:sldId id="326" r:id="rId10"/>
    <p:sldId id="329" r:id="rId11"/>
    <p:sldId id="272" r:id="rId12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E16FAF7-C6B4-43E3-9AF9-B2BA7077D401}" type="datetimeFigureOut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F7A3A3C-4092-4F87-AAC5-8AE395725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18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6CC44-DD20-47AC-A2F1-CF7035690CA6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836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4451-903D-4023-84AA-8A32C6EBF50B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00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F007-A956-42E8-99F6-B95595EAD420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515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F631-D9F9-485D-A8A7-FBCC0A6DEB3B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33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5AFD7-6536-4BBC-B4F5-162D418B1EF9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157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5034-CF1F-46CC-8010-D2EE1EC431AC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477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36C5-8994-4C5F-9AAA-0087632E8E03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16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B748-B0C9-4E29-816D-BCE9B5A5AE71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767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25B0-3DA2-46E8-A440-06EDB94EFED8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55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EDA39-FB92-4D22-8166-E82F9F3AF4C2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72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6767-40C5-4E65-94B8-E8FE20F3D12E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6122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6B031-C1DB-4304-B5A7-9AD6C929368C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195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相關係數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流行病學與預防醫學研究所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林瑞祥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58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+mn-lt"/>
                <a:ea typeface="標楷體" panose="03000509000000000000" pitchFamily="65" charset="-120"/>
              </a:rPr>
              <a:t>相關係數</a:t>
            </a:r>
            <a:endParaRPr lang="zh-TW" altLang="en-US" dirty="0"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當兩個母群體皆為連續變項，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Pearson correlation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：兩連續變項的線性關係。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Spearman correlation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：以等級估計兩連續變項的單調遞增關係。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Kendall’s tau correlation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：以等級估計兩連續變項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的一致性關係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654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484" y="3701561"/>
            <a:ext cx="7210922" cy="2046195"/>
          </a:xfrm>
          <a:prstGeom prst="rect">
            <a:avLst/>
          </a:prstGeom>
        </p:spPr>
      </p:pic>
      <p:sp>
        <p:nvSpPr>
          <p:cNvPr id="8" name="內容版面配置區 2"/>
          <p:cNvSpPr txBox="1">
            <a:spLocks/>
          </p:cNvSpPr>
          <p:nvPr/>
        </p:nvSpPr>
        <p:spPr>
          <a:xfrm>
            <a:off x="838200" y="1916723"/>
            <a:ext cx="10219593" cy="30597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內建的鳶尾花資料集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(iris)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，可以直接讀取，包含五個變數：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Sepal.Length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：花萼長度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Sepal.Width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：花萼寬度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Petal.Length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：花瓣長度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Petal.Width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：花瓣寬度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Species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：品種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標題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dirty="0" smtClean="0">
                <a:latin typeface="+mn-lt"/>
                <a:ea typeface="標楷體" panose="03000509000000000000" pitchFamily="65" charset="-120"/>
              </a:rPr>
              <a:t>相關係數</a:t>
            </a:r>
            <a:endParaRPr lang="zh-TW" altLang="en-US" dirty="0">
              <a:latin typeface="+mn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5884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皮爾森相關係數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(Pearson correlation)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兩連續變項間等級的線性關係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變項做平移或縮放不影響皮爾森相關係數值，如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變為</a:t>
            </a:r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+b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受到極端值影響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4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421291" y="2464422"/>
                <a:ext cx="3475952" cy="11094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291" y="2464422"/>
                <a:ext cx="3475952" cy="11094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21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皮爾森相關係數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(Pearson correlation)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1063381"/>
            <a:ext cx="9629775" cy="3219450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568" y="2174509"/>
            <a:ext cx="5510723" cy="4268421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403568" y="4577804"/>
            <a:ext cx="6096000" cy="20497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：花萼及花瓣寬度間不具線性相關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花萼及花瓣寬度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間具線性相關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結論：在顯著水準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0.05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下，拒絕虛無假設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花萼及花瓣寬度間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具線性相關。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49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皮爾森相關係數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(Pearson correlation)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70" y="1175478"/>
            <a:ext cx="9885665" cy="2965699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563829" y="4547139"/>
            <a:ext cx="4833183" cy="1717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cor()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：只計算相關係數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cor.test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：相關係數與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值</a:t>
            </a:r>
          </a:p>
          <a:p>
            <a:pPr>
              <a:lnSpc>
                <a:spcPct val="11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400" dirty="0" smtClean="0">
                <a:ea typeface="標楷體" panose="03000509000000000000" pitchFamily="65" charset="-120"/>
              </a:rPr>
              <a:t>數值轉換會影響皮爾森相關係數值。</a:t>
            </a:r>
            <a:endParaRPr lang="zh-TW" altLang="en-US" sz="2400" dirty="0">
              <a:ea typeface="標楷體" panose="03000509000000000000" pitchFamily="65" charset="-120"/>
            </a:endParaRPr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347" y="1887109"/>
            <a:ext cx="5618283" cy="446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9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相關程度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893" y="1797801"/>
            <a:ext cx="7870214" cy="481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斯皮爾曼等級相關係數 </a:t>
            </a:r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(Spearman correlation)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以等級估計兩連續變項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的單調遞增關係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(monotonic increasing)</a:t>
            </a:r>
          </a:p>
          <a:p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變項做平移或縮放不影響斯皮爾曼等級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關係數值。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不會受到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極端值影響。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8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421291" y="2464422"/>
                <a:ext cx="5648213" cy="11094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𝑟𝑎𝑛𝑘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𝑟𝑎𝑛𝑘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291" y="2464422"/>
                <a:ext cx="5648213" cy="11094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036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斯皮爾曼等級相關係數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(Spearman correlation)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59" y="1306159"/>
            <a:ext cx="10000889" cy="525290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7569338" y="4635063"/>
            <a:ext cx="4606048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TW" altLang="en-US" sz="2400" dirty="0" smtClean="0">
                <a:ea typeface="標楷體" panose="03000509000000000000" pitchFamily="65" charset="-120"/>
              </a:rPr>
              <a:t>數值轉換不會影響斯皮爾曼等級相關係數值。</a:t>
            </a:r>
            <a:endParaRPr lang="zh-TW" altLang="en-US" sz="24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265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肯德爾等級相關係數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(Kendall’s tau correlation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29" y="1095657"/>
            <a:ext cx="9764224" cy="3921481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2849266" y="5075303"/>
            <a:ext cx="6472950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TW" altLang="en-US" sz="2400" dirty="0" smtClean="0">
                <a:ea typeface="標楷體" panose="03000509000000000000" pitchFamily="65" charset="-120"/>
              </a:rPr>
              <a:t>數值轉換不會影響肯德爾等級相關係數值。</a:t>
            </a:r>
            <a:endParaRPr lang="en-US" altLang="zh-TW" sz="2400" dirty="0" smtClean="0">
              <a:ea typeface="標楷體" panose="03000509000000000000" pitchFamily="65" charset="-120"/>
            </a:endParaRPr>
          </a:p>
          <a:p>
            <a:pPr>
              <a:lnSpc>
                <a:spcPct val="11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本方法為估計兩變數間的一致性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(concordant)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36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Take Home Message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皮爾森相關係數估計兩連續變數間的線性關係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考慮原本數值，容易受到極端值影響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以等級估計的相關係數，估計變數間的非線性關係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lvl="2">
              <a:spcBef>
                <a:spcPts val="10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不易受到極端值影響，但檢定力較低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相關係數的檢定顯著表示存在相關性，不等於存在高度相關。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798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2658</TotalTime>
  <Words>429</Words>
  <Application>Microsoft Office PowerPoint</Application>
  <PresentationFormat>寬螢幕</PresentationFormat>
  <Paragraphs>66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相關係數</vt:lpstr>
      <vt:lpstr>相關係數</vt:lpstr>
      <vt:lpstr>PowerPoint 簡報</vt:lpstr>
      <vt:lpstr>皮爾森相關係數 (Pearson correlation)</vt:lpstr>
      <vt:lpstr>皮爾森相關係數 (Pearson correlation)</vt:lpstr>
      <vt:lpstr>皮爾森相關係數 (Pearson correlation)</vt:lpstr>
      <vt:lpstr>相關程度</vt:lpstr>
      <vt:lpstr>斯皮爾曼等級相關係數 (Spearman correlation)</vt:lpstr>
      <vt:lpstr>斯皮爾曼等級相關係數 (Spearman correlation)</vt:lpstr>
      <vt:lpstr>肯德爾等級相關係數(Kendall’s tau correlation)</vt:lpstr>
      <vt:lpstr>Take Home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R基本介紹及安裝</dc:title>
  <dc:creator>linjuihsiang</dc:creator>
  <cp:lastModifiedBy>linjuihsiang</cp:lastModifiedBy>
  <cp:revision>132</cp:revision>
  <cp:lastPrinted>2019-01-18T15:34:11Z</cp:lastPrinted>
  <dcterms:created xsi:type="dcterms:W3CDTF">2019-01-18T04:58:35Z</dcterms:created>
  <dcterms:modified xsi:type="dcterms:W3CDTF">2019-01-26T05:07:28Z</dcterms:modified>
</cp:coreProperties>
</file>