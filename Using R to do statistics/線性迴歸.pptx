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31" r:id="rId3"/>
    <p:sldId id="332" r:id="rId4"/>
    <p:sldId id="333" r:id="rId5"/>
    <p:sldId id="334" r:id="rId6"/>
    <p:sldId id="338" r:id="rId7"/>
    <p:sldId id="335" r:id="rId8"/>
    <p:sldId id="336" r:id="rId9"/>
    <p:sldId id="317" r:id="rId10"/>
    <p:sldId id="337" r:id="rId11"/>
    <p:sldId id="272" r:id="rId12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線性迴歸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線性迴歸模式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2</a:t>
            </a:fld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2449337" y="1670984"/>
            <a:ext cx="7272808" cy="720080"/>
            <a:chOff x="899592" y="1052736"/>
            <a:chExt cx="7272808" cy="720080"/>
          </a:xfrm>
        </p:grpSpPr>
        <p:graphicFrame>
          <p:nvGraphicFramePr>
            <p:cNvPr id="9" name="物件 8"/>
            <p:cNvGraphicFramePr>
              <a:graphicFrameLocks noChangeAspect="1"/>
            </p:cNvGraphicFramePr>
            <p:nvPr>
              <p:extLst/>
            </p:nvPr>
          </p:nvGraphicFramePr>
          <p:xfrm>
            <a:off x="1043608" y="1124744"/>
            <a:ext cx="6912768" cy="634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Equation" r:id="rId3" imgW="2628720" imgH="241200" progId="Equation.DSMT4">
                    <p:embed/>
                  </p:oleObj>
                </mc:Choice>
                <mc:Fallback>
                  <p:oleObj name="Equation" r:id="rId3" imgW="2628720" imgH="241200" progId="Equation.DSMT4">
                    <p:embed/>
                    <p:pic>
                      <p:nvPicPr>
                        <p:cNvPr id="9" name="物件 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43608" y="1124744"/>
                          <a:ext cx="6912768" cy="634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圓角矩形 9"/>
            <p:cNvSpPr/>
            <p:nvPr/>
          </p:nvSpPr>
          <p:spPr>
            <a:xfrm>
              <a:off x="899592" y="1052736"/>
              <a:ext cx="7272808" cy="72008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1142605" y="2841415"/>
                <a:ext cx="9886271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800" i="1" baseline="-25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zh-TW" altLang="en-US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：依變項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(dependent variable, response variable)</a:t>
                </a:r>
              </a:p>
              <a:p>
                <a:endParaRPr lang="en-US" altLang="zh-TW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800" i="1" baseline="-25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i1 , …, </a:t>
                </a:r>
                <a:r>
                  <a:rPr lang="en-US" altLang="zh-TW" sz="2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800" i="1" baseline="-25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i, p-1</a:t>
                </a:r>
                <a:r>
                  <a:rPr lang="zh-TW" altLang="en-US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：自變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項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(independent variable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explanatory variable)</a:t>
                </a:r>
              </a:p>
              <a:p>
                <a:endParaRPr lang="en-US" altLang="zh-TW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800" i="1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ɛ</a:t>
                </a:r>
                <a:r>
                  <a:rPr lang="en-US" altLang="zh-TW" sz="2800" i="1" baseline="-25000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zh-TW" altLang="en-US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：隨機誤差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(random error)</a:t>
                </a:r>
                <a:r>
                  <a:rPr lang="zh-TW" altLang="en-US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，假設服從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l-GR" altLang="zh-TW" sz="2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800" i="1" baseline="-25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 </a:t>
                </a:r>
                <a:r>
                  <a:rPr lang="en-US" altLang="zh-TW" sz="2800" i="1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…, </a:t>
                </a:r>
                <a:r>
                  <a:rPr lang="el-GR" altLang="zh-TW" sz="28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β </a:t>
                </a:r>
                <a:r>
                  <a:rPr lang="en-US" altLang="zh-TW" sz="2800" i="1" baseline="-25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p-1</a:t>
                </a:r>
                <a:r>
                  <a:rPr lang="zh-TW" altLang="en-US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：迴歸係數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(regression coefficient)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605" y="2841415"/>
                <a:ext cx="9886271" cy="3108543"/>
              </a:xfrm>
              <a:prstGeom prst="rect">
                <a:avLst/>
              </a:prstGeom>
              <a:blipFill>
                <a:blip r:embed="rId5"/>
                <a:stretch>
                  <a:fillRect l="-1233" t="-1961" b="-43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90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簡單線性迴歸模式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(simple linear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07" y="1485727"/>
            <a:ext cx="5495925" cy="385762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6242168" y="2405454"/>
            <a:ext cx="5111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：截距，在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X=0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的期望值</a:t>
            </a:r>
            <a:endParaRPr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800" i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l-GR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：斜率，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每增加一單位的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平均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增加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2.1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個單位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683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複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線性迴歸模式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(multiple linear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677865" y="2826905"/>
            <a:ext cx="64139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：截距，在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=0</a:t>
            </a:r>
            <a:r>
              <a:rPr lang="zh-TW" altLang="en-US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=0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的期望值</a:t>
            </a:r>
            <a:endParaRPr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800" i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TW" sz="2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8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在相同的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下，每增加一單位的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平均增加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r>
              <a:rPr lang="zh-TW" altLang="en-US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個單位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 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8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在相同的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下，每增加一單位的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平均增加 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5</a:t>
            </a:r>
            <a:r>
              <a:rPr lang="zh-TW" altLang="en-US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個單位</a:t>
            </a:r>
            <a:r>
              <a:rPr lang="en-US" altLang="zh-TW" sz="28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endParaRPr lang="en-US" altLang="zh-TW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2" y="1534436"/>
            <a:ext cx="5582760" cy="3661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041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簡單線性迴歸模式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(simple linear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64" y="1037492"/>
            <a:ext cx="4942508" cy="5697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314341" y="2736401"/>
                <a:ext cx="42176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𝑆𝐵𝑃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=103.63+0.47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𝑎𝑔𝑒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341" y="2736401"/>
                <a:ext cx="4217693" cy="369332"/>
              </a:xfrm>
              <a:prstGeom prst="rect">
                <a:avLst/>
              </a:prstGeom>
              <a:blipFill>
                <a:blip r:embed="rId3"/>
                <a:stretch>
                  <a:fillRect l="-1301" r="-130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6314341" y="3413430"/>
            <a:ext cx="5675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lm(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y~x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data=)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：簡單線性迴歸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為應變數，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為自變數，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為資料名稱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314341" y="4496932"/>
            <a:ext cx="5675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stimate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：迴歸係數估計值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td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error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：迴歸係數標準誤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value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：檢定統計量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(&gt;|t|)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：檢定迴歸係數是否為零的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14340" y="1661747"/>
            <a:ext cx="5675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請匯入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hersdata.csv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，建立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SBP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的線性迴歸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1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簡單線性迴歸模式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(simple linear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71" y="1024060"/>
            <a:ext cx="4942508" cy="56974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6085741" y="1024060"/>
                <a:ext cx="5675935" cy="5677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age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的迴歸係數檢定：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：年齡不是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SBP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的影響因子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(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迴歸係數等於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0)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：年齡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是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SBP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的影響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因子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(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迴歸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係數不等於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10000"/>
                  </a:lnSpc>
                </a:pP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信賴區間為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0.472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±1.96×0.054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   =(0.366, 0.578)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結論：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顯著水準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0.05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下，拒絕虛無假設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年齡是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SBP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的影響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因子，或年齡與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SBP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存在線性關係。每增加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歲，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SBP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會增加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0.47mmHg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741" y="1024060"/>
                <a:ext cx="5675935" cy="5677901"/>
              </a:xfrm>
              <a:prstGeom prst="rect">
                <a:avLst/>
              </a:prstGeom>
              <a:blipFill>
                <a:blip r:embed="rId3"/>
                <a:stretch>
                  <a:fillRect l="-1611" t="-859" r="-322" b="-16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70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簡單線性迴歸模式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(simple linear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2" y="1186961"/>
            <a:ext cx="4426595" cy="112504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851" y="1415561"/>
            <a:ext cx="7326157" cy="4835606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161192" y="2639704"/>
            <a:ext cx="45426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abline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：加上直線，右側的藍線為迴歸結果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predict(lm,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newdata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：預測值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points()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：加上點，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type=“l”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為將點連成線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35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殘差圖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94" y="1063681"/>
            <a:ext cx="7372350" cy="9715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94" y="2179395"/>
            <a:ext cx="3305175" cy="2286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25" y="2736205"/>
            <a:ext cx="6237628" cy="4097337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4191365" y="2177162"/>
            <a:ext cx="454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resid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：計算各筆資料的殘差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058" y="444622"/>
            <a:ext cx="2960336" cy="591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1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其他函數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580" y="1309471"/>
            <a:ext cx="6120644" cy="4379152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17" y="1309471"/>
            <a:ext cx="5716263" cy="2638275"/>
          </a:xfrm>
          <a:prstGeom prst="rect">
            <a:avLst/>
          </a:prstGeom>
        </p:spPr>
      </p:pic>
      <p:sp>
        <p:nvSpPr>
          <p:cNvPr id="28" name="文字方塊 27"/>
          <p:cNvSpPr txBox="1"/>
          <p:nvPr/>
        </p:nvSpPr>
        <p:spPr>
          <a:xfrm>
            <a:off x="709348" y="4459629"/>
            <a:ext cx="4542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ci.plot()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：繪製如右圖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：迴歸模式的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Confint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：估計值的信賴區間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49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複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線性迴歸模式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(multiple linear regression)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2" y="1187056"/>
            <a:ext cx="5844575" cy="469094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41" y="1187056"/>
            <a:ext cx="6054236" cy="496697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61192" y="5940851"/>
            <a:ext cx="5675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lm(y~x1+x2+…, data=)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：複線性迴歸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relevel()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：定義新物件，可調整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reference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8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線性迴歸適用於應變數為連續變項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若迴歸係數顯著，表示自變項與應變項存在不為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的斜率，為顯著的影響因子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迴歸係數的解釋，在控制其他變項下，每單位的自變項增加造成多少單位的應變項增加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531</Words>
  <Application>Microsoft Office PowerPoint</Application>
  <PresentationFormat>寬螢幕</PresentationFormat>
  <Paragraphs>73</Paragraphs>
  <Slides>11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Equation</vt:lpstr>
      <vt:lpstr>線性迴歸</vt:lpstr>
      <vt:lpstr>線性迴歸模式</vt:lpstr>
      <vt:lpstr>簡單線性迴歸模式(simple linear regression)</vt:lpstr>
      <vt:lpstr>複線性迴歸模式(multiple linear regression)</vt:lpstr>
      <vt:lpstr>簡單線性迴歸模式(simple linear regression)</vt:lpstr>
      <vt:lpstr>簡單線性迴歸模式(simple linear regression)</vt:lpstr>
      <vt:lpstr>簡單線性迴歸模式(simple linear regression)</vt:lpstr>
      <vt:lpstr>殘差圖</vt:lpstr>
      <vt:lpstr>其他函數</vt:lpstr>
      <vt:lpstr>複線性迴歸模式(multiple linear regression)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145</cp:revision>
  <cp:lastPrinted>2019-01-18T15:34:11Z</cp:lastPrinted>
  <dcterms:created xsi:type="dcterms:W3CDTF">2019-01-18T04:58:35Z</dcterms:created>
  <dcterms:modified xsi:type="dcterms:W3CDTF">2019-01-25T11:43:52Z</dcterms:modified>
</cp:coreProperties>
</file>